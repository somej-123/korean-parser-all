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방법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16000"/>
            <a:ext cx="762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검토 항목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286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+ 처리가 빠르다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05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단점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- 값이 비싸다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477000"/>
            <a:ext cx="381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내부 검토용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477000"/>
            <a:ext cx="76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방법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16000"/>
            <a:ext cx="762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검토 항목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286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+ 처리가 빠르다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05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단점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- 값이 비싸다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477000"/>
            <a:ext cx="381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내부 검토용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477000"/>
            <a:ext cx="76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 / 4</a:t>
            </a:r>
          </a:p>
        </p:txBody>
      </p:sp>
      <p:pic>
        <p:nvPicPr>
          <p:cNvPr id="10" name="Picture 9" descr="/home/user/ppt/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31750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방법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16000"/>
            <a:ext cx="762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검토 항목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286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+ 처리가 빠르다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05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단점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- 값이 비싸다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477000"/>
            <a:ext cx="381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내부 검토용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477000"/>
            <a:ext cx="76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방법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16000"/>
            <a:ext cx="762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검토 항목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286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+ 처리가 빠르다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05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단점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175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- 값이 비싸다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477000"/>
            <a:ext cx="381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내부 검토용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477000"/>
            <a:ext cx="76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