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3810000" cy="381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메뉴구조도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3302000" y="1016000"/>
            <a:ext cx="1270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산업안전</a:t>
            </a:r>
          </a:p>
        </p:txBody>
      </p:sp>
      <p:sp>
        <p:nvSpPr>
          <p:cNvPr id="4" name="Rectangle 3"/>
          <p:cNvSpPr/>
          <p:nvPr/>
        </p:nvSpPr>
        <p:spPr>
          <a:xfrm>
            <a:off x="1778000" y="2032000"/>
            <a:ext cx="1270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안전교육</a:t>
            </a:r>
          </a:p>
        </p:txBody>
      </p:sp>
      <p:sp>
        <p:nvSpPr>
          <p:cNvPr id="5" name="Rectangle 4"/>
          <p:cNvSpPr/>
          <p:nvPr/>
        </p:nvSpPr>
        <p:spPr>
          <a:xfrm>
            <a:off x="4826000" y="2032000"/>
            <a:ext cx="1270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안전점검</a:t>
            </a:r>
          </a:p>
        </p:txBody>
      </p:sp>
      <p:sp>
        <p:nvSpPr>
          <p:cNvPr id="6" name="Rectangle 5"/>
          <p:cNvSpPr/>
          <p:nvPr/>
        </p:nvSpPr>
        <p:spPr>
          <a:xfrm>
            <a:off x="1778000" y="2463800"/>
            <a:ext cx="1270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교육현황</a:t>
            </a:r>
          </a:p>
        </p:txBody>
      </p:sp>
      <p:cxnSp>
        <p:nvCxnSpPr>
          <p:cNvPr id="7" name="Connector 6"/>
          <p:cNvCxnSpPr>
            <a:stCxn id="3" idx="2"/>
            <a:endCxn id="4" idx="0"/>
          </p:cNvCxnSpPr>
          <p:nvPr/>
        </p:nvCxnSpPr>
        <p:spPr>
          <a:xfrm flipH="1">
            <a:off x="2413000" y="1397000"/>
            <a:ext cx="1524000" cy="6350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3" idx="2"/>
            <a:endCxn id="5" idx="0"/>
          </p:cNvCxnSpPr>
          <p:nvPr/>
        </p:nvCxnSpPr>
        <p:spPr>
          <a:xfrm>
            <a:off x="3937000" y="1397000"/>
            <a:ext cx="1524000" cy="63500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778000" y="4191000"/>
            <a:ext cx="1270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접수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4191000"/>
            <a:ext cx="1270000" cy="381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200"/>
              <a:t>처리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8000" y="4381500"/>
            <a:ext cx="17780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112000" y="3810000"/>
            <a:ext cx="762000" cy="76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