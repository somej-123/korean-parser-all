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BC724DA2-A0D8-42FF-ADED-DE4CC7C9322B}">
  <a:tblStyle styleId="{BC724DA2-A0D8-42FF-ADED-DE4CC7C9322B}" styleName="Table_1">
    <a:wholeTbl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1270000"/>
            <a:ext cx="3810000" cy="2032000"/>
          </a:xfrm>
          <a:prstGeom prst="roundRect">
            <a:avLst>
              <a:gd name="adj" fmla="val 5000"/>
            </a:avLst>
          </a:prstGeom>
          <a:solidFill>
            <a:srgbClr val="FBEA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33020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클라우드 AI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 spc="120"/>
              <a:t>외부 서버로 전송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40000"/>
            <a:ext cx="2540000" cy="381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>
            <a:spAutoFit/>
          </a:bodyPr>
          <a:lstStyle/>
          <a:p>
            <a:r>
              <a:t>투명 상자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0" y="1270000"/>
          <a:ext cx="3048000" cy="762000"/>
        </p:xfrm>
        <a:graphic>
          <a:graphicData uri="http://schemas.openxmlformats.org/drawingml/2006/table">
            <a:tbl>
              <a:tblPr firstRow="1" bandRow="1">
                <a:tableStyleId>{BC724DA2-A0D8-42FF-ADED-DE4CC7C9322B}</a:tableStyleId>
              </a:tblPr>
              <a:tblGrid>
                <a:gridCol w="1524000"/>
                <a:gridCol w="1524000"/>
              </a:tblGrid>
              <a:tr h="38100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제목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공구통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